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INFORMÁTICA Y CONVERGENCIA TECNOLÓGICA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150876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Participación y democracia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era digital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28800" y="338328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Tecnología, comunicación y violencia política en los nuevos espacios de participación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28800" y="4892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36B"/>
                </a:solidFill>
                <a:latin typeface="Arial"/>
                <a:ea typeface="Arial"/>
                <a:cs typeface="Arial"/>
                <a:sym typeface="Arial"/>
              </a:rPr>
              <a:t>Miguel Ángel Rodríguez Londoño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Pública · CUN ·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B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RUTA DEL PROYECTO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22960" y="18288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508760" y="182880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Democracia en la era digital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400800" y="18288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86600" y="182880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Violencia política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22960" y="31546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508760" y="315468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Manifestaciones y grupos afectados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00800" y="31546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86600" y="315468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Consecuencias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22960" y="44805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508760" y="44805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00800" y="44805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86600" y="44805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La democracia también habita en internet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31520" y="1828800"/>
            <a:ext cx="3474720" cy="320040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5EE7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60120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Tecnología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0120" y="260604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Amplía el acceso a la información y crea nuevas formas de participación ciudadana.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361688" y="1828800"/>
            <a:ext cx="3474720" cy="320040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590288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Comunicación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90288" y="260604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Las redes sociales aceleran el debate público, pero también la desinformación y el hostigamiento.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991856" y="1828800"/>
            <a:ext cx="3474720" cy="320040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C3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220456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36B"/>
                </a:solidFill>
                <a:latin typeface="Arial"/>
                <a:ea typeface="Arial"/>
                <a:cs typeface="Arial"/>
                <a:sym typeface="Arial"/>
              </a:rPr>
              <a:t>Democracia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220456" y="260604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La participación libre necesita espacios físicos y digitales seguros, diversos e incluyentes.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97280" y="553212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La tecnología ofrece oportunidades, pero también crea nuevos riesgos para la participación política.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B2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CONCEPTO CENTRAL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¿Qué es la violencia política?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234440" y="1828800"/>
            <a:ext cx="9692640" cy="1920240"/>
          </a:xfrm>
          <a:prstGeom prst="roundRect">
            <a:avLst>
              <a:gd fmla="val 16667" name="adj"/>
            </a:avLst>
          </a:prstGeom>
          <a:solidFill>
            <a:srgbClr val="1E1D30"/>
          </a:solidFill>
          <a:ln cap="flat" cmpd="sng" w="9525">
            <a:solidFill>
              <a:srgbClr val="FF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645920" y="2194560"/>
            <a:ext cx="8869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Comprende acciones que buscan intimidar, obstaculizar, limitar o impedir la participación política y el ejercicio libre de los derechos.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05840" y="4343400"/>
            <a:ext cx="10149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En la era digital, las agresiones pueden difundirse con mayor velocidad, alcance y permanencia.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MAPA CONCEPTUAL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Manifestaciones de la violencia política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31520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960120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Violencia directa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0120" y="2606040"/>
            <a:ext cx="3017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Agresiones físicas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Amenazas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Intimidaciones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Hostigamientos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361688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5EE7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590288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Psicológica y simbólica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90288" y="2606040"/>
            <a:ext cx="3017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Humillaciones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Desprestigio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Estereotipos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Mensajes discriminatorios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991856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C3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220456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36B"/>
                </a:solidFill>
                <a:latin typeface="Arial"/>
                <a:ea typeface="Arial"/>
                <a:cs typeface="Arial"/>
                <a:sym typeface="Arial"/>
              </a:rPr>
              <a:t>Violencia digital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220456" y="2606040"/>
            <a:ext cx="3017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Ciberacoso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Amenazas en línea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Desinformación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Ataques contra la imagen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B2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PARTICIPACIÓN DESIGUAL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¿A quiénes puede afectar de forma diferenciada?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31520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960120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Mujeres candidatas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60120" y="260604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Pueden enfrentar estereotipos de género, ataques personales y cuestionamientos dirigidos a deslegitimar su participación.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4361688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5EE7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4590288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Grupos diversos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590288" y="260604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Poblaciones afrodescendientes, pueblos indígenas y otros grupos históricamente vulnerables pueden enfrentar riesgos particulares.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991856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C3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8220456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36B"/>
                </a:solidFill>
                <a:latin typeface="Arial"/>
                <a:ea typeface="Arial"/>
                <a:cs typeface="Arial"/>
                <a:sym typeface="Arial"/>
              </a:rPr>
              <a:t>Territorios de riesgo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220456" y="260604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Las condiciones territoriales y de seguridad pueden aumentar la exposición de las candidaturas a distintas formas de violencia.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IMPACTOS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Consecuencias para la persona, la participación y la democracia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731520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960120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677"/>
                </a:solidFill>
                <a:latin typeface="Arial"/>
                <a:ea typeface="Arial"/>
                <a:cs typeface="Arial"/>
                <a:sym typeface="Arial"/>
              </a:rPr>
              <a:t>La persona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60120" y="260604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Miedo, presión emocional, inseguridad y afectaciones al bienestar.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361688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5EE7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4590288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La participación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590288" y="260604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Desmotivación, limitaciones para hacer campaña y desigualdad electoral.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7991856" y="1828800"/>
            <a:ext cx="3474720" cy="3383280"/>
          </a:xfrm>
          <a:prstGeom prst="roundRect">
            <a:avLst>
              <a:gd fmla="val 16667" name="adj"/>
            </a:avLst>
          </a:prstGeom>
          <a:solidFill>
            <a:srgbClr val="0C1B2E"/>
          </a:solidFill>
          <a:ln cap="flat" cmpd="sng" w="9525">
            <a:solidFill>
              <a:srgbClr val="FFC3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220456" y="202996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36B"/>
                </a:solidFill>
                <a:latin typeface="Arial"/>
                <a:ea typeface="Arial"/>
                <a:cs typeface="Arial"/>
                <a:sym typeface="Arial"/>
              </a:rPr>
              <a:t>La democracia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220456" y="2606040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Menor pluralidad, exclusión de voces y debilitamiento de la participación política.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B2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14400" y="18288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La tecnología transforma la participación democrática.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097280" y="274320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Los entornos digitales amplían la comunicación y el acceso a la información, pero también pueden facilitar nuevas formas de violencia política.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097280" y="388620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Prevenir la violencia política significa proteger a las personas, la igualdad electoral y la diversidad de voces.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097280" y="507492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C36B"/>
                </a:solidFill>
                <a:latin typeface="Arial"/>
                <a:ea typeface="Arial"/>
                <a:cs typeface="Arial"/>
                <a:sym typeface="Arial"/>
              </a:rPr>
              <a:t>Una democracia digital más segura requiere pensamiento crítico, responsabilidad y garantías para participar.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E7DF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8EEF7"/>
                </a:solidFill>
                <a:latin typeface="Arial"/>
                <a:ea typeface="Arial"/>
                <a:cs typeface="Arial"/>
                <a:sym typeface="Arial"/>
              </a:rPr>
              <a:t>Referencias bibliográficas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14400" y="1828800"/>
            <a:ext cx="10241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Misión de Observación Electoral. (2022). Encuesta sobre experiencias de campaña y violencia política a candidaturas al Congreso 2022.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Pulla. (s. f.). Los asesinatos que a NADIE le importan [Video]. YouTube.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PAÍS. (2025, 22 de junio). ¿Por qué no hemos podido erradicar la violencia política? [Podcast].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9B7CA"/>
                </a:solidFill>
                <a:latin typeface="Arial"/>
                <a:ea typeface="Arial"/>
                <a:cs typeface="Arial"/>
                <a:sym typeface="Arial"/>
              </a:rPr>
              <a:t>Los enlaces completos se encuentran en el documento académico y en el sitio web del proyecto.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